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0075785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A022A-9A97-4892-B9CB-E1896319094A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6270C-2531-4019-A7BF-E818F9BA2E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32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ACCB4-50C6-4294-86F3-7A492EAE5F4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4DD8C-4281-4B5D-80B8-F0E61457382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1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710"/>
            <a:ext cx="12192000" cy="8795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759" y="17419"/>
            <a:ext cx="10972800" cy="73274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F1536-AEF6-44E1-8ED1-E08A2AA21EB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6ABEC-CD09-419B-8AC6-F5A1CC7B4B7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888275"/>
            <a:ext cx="12192000" cy="56950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46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08A7A-B75F-41E6-A873-584EDC3B5CC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F4B9D-B978-4B7E-914A-02A672C744C1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19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14A99-8B02-44CB-A96A-D773D199FE2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0DAA8-2379-490B-A962-9FADEB09358E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00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184C6-76B0-45F6-8139-599094561D7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E5A92-E38A-4D47-9D68-738DB4B59D7B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97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A4234-883B-4B25-AC31-F23B3CEC853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DA068-959C-4CD9-A0F1-2C8BAA9DAE1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98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A6E424-BE2C-4102-B0F2-B7721C5F5DF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06F0E-7A18-4D7E-AF34-7A22E91B596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85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F02CB-C3F2-458B-BD81-4B42DA93029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7447A-BAC6-4F4D-A041-4B51E9833E5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4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4FB57-29A7-42BB-A3C5-003BE5036182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736F7-0850-4EE0-822B-80D24B70F44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45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468D9-1913-4FA4-B938-17E10135E45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3EF21-FB93-4D13-BC2D-9CEBA59F227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60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5E6A1-D56A-4118-8B45-CD846A44A27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F77E5-6BEE-437E-BB50-C336E9D9F8A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39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16DDF57-8496-424F-AEA6-8EFF519D207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2026/5/10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F460FC4-AD14-48B9-B1AD-CCD116FDD4F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97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093B-BC5E-C450-3F5E-69F01973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9937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1_Office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Yuan</dc:creator>
  <cp:lastModifiedBy>S Yuan</cp:lastModifiedBy>
  <cp:revision>1</cp:revision>
  <dcterms:created xsi:type="dcterms:W3CDTF">2026-05-10T07:26:01Z</dcterms:created>
  <dcterms:modified xsi:type="dcterms:W3CDTF">2026-05-10T07:27:11Z</dcterms:modified>
</cp:coreProperties>
</file>